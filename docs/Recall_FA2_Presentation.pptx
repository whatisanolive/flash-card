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EE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F6B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FA-2 · Ishita Khandelwal (125M1H044)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F6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Recall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Flashcard Learning App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Spaced Repetition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Phase II (FA-2): Advanced Features, Testing &amp; Deployment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Ishita Khandelwal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125M1H044 · SYMCA · Semester III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Technologies · Dr. Avinash Chormale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PCCoE · Department of MCA · 2026–27</a:t>
            </a:r>
            <a:endParaRPr lang="en-US" sz="1400" dirty="0"/>
          </a:p>
        </p:txBody>
      </p:sp>
      <p:pic>
        <p:nvPicPr>
          <p:cNvPr id="6" name="Image 0" descr="/Users/whatisanolive/Desktop/pccoe/AWT/recall-flashcard-app-source/docs/screenshots/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80160"/>
            <a:ext cx="5212080" cy="350186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forget most of what we read within days, unless we review it at the right moment.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27632"/>
            <a:ext cx="64008" cy="457200"/>
          </a:xfrm>
          <a:prstGeom prst="rect">
            <a:avLst/>
          </a:prstGeom>
          <a:solidFill>
            <a:srgbClr val="9C4A5C"/>
          </a:solidFill>
          <a:ln w="12700">
            <a:solidFill>
              <a:srgbClr val="9C4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4592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notes feels productive but is one of the least effective study methods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enable active recall, but paper cards give no guidance on what to review when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cluttered, paywalled or hard to use on mobile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clean web app that schedules each card just before you would forget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27632"/>
            <a:ext cx="64008" cy="457200"/>
          </a:xfrm>
          <a:prstGeom prst="rect">
            <a:avLst/>
          </a:prstGeom>
          <a:solidFill>
            <a:srgbClr val="3F6B52"/>
          </a:solidFill>
          <a:ln w="12700">
            <a:solidFill>
              <a:srgbClr val="3F6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4592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084832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decks and cards, stored on a server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mode: flip, self-grade (Again/Hard/Good/Easy), keyboard shortcuts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scheduling with the SM-2 spaced-repetition algorithm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and sort; import/export decks as JSON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analytics: streak, recall rate, activity, mastery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validation, error handling, tests and deployment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Phase I to Phase II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design language — new architecture underneath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27632"/>
            <a:ext cx="64008" cy="457200"/>
          </a:xfrm>
          <a:prstGeom prst="rect">
            <a:avLst/>
          </a:prstGeom>
          <a:solidFill>
            <a:srgbClr val="5B6B66"/>
          </a:solidFill>
          <a:ln w="12700">
            <a:solidFill>
              <a:srgbClr val="5B6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4592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FA-1 (Phase I)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4434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components, JSX, props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useState, event handling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rendering, lists &amp; keys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via a "view" state variable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localStorage (one browser only)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F6B52"/>
                </a:solidFill>
              </a:rPr>
              <a:t>➜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627632"/>
            <a:ext cx="64008" cy="457200"/>
          </a:xfrm>
          <a:prstGeom prst="rect">
            <a:avLst/>
          </a:prstGeom>
          <a:solidFill>
            <a:srgbClr val="3F6B52"/>
          </a:solidFill>
          <a:ln w="12700">
            <a:solidFill>
              <a:srgbClr val="3F6B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FA-2 (Phase II) adds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084832"/>
            <a:ext cx="5257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REST API + Prisma ORM + SQLite (20 endpoints)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Router: nested layout, params, query strings, 404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useReducer, useContext, useMemo, useCallback, useRef + 7 custom hooks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forms on client (custom) and server (zod)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 / sort, import / export, SM-2 scheduling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boundary, toasts, retry states, offline banner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routes, memoisation, debouncing, request cancellation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automated tests + E2E, CI, deploy configs, dark mode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tiers: React SPA → Express REST API → Prisma + SQLite</a:t>
            </a:r>
            <a:endParaRPr lang="en-US" sz="1500" dirty="0"/>
          </a:p>
        </p:txBody>
      </p:sp>
      <p:pic>
        <p:nvPicPr>
          <p:cNvPr id="4" name="Image 0" descr="/Users/whatisanolive/Desktop/pccoe/AWT/recall-flashcard-app-source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02674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079914" y="1417320"/>
            <a:ext cx="3651838" cy="4846320"/>
          </a:xfrm>
          <a:prstGeom prst="roundRect">
            <a:avLst>
              <a:gd name="adj" fmla="val 2003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79914" y="1490472"/>
            <a:ext cx="64008" cy="457200"/>
          </a:xfrm>
          <a:prstGeom prst="rect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81082" y="1508760"/>
            <a:ext cx="3331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2794" y="1947672"/>
            <a:ext cx="333179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calls a custom hook (useApi / useForm)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api/client.js: fetch + JSON + 10 s timeout + AbortController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 → zod validate() → handler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uses Prisma (transactions, cascades) and SM-2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errorHandler returns { error: { status, message, fields } }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data, inline field errors or a retry state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&amp;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with Prisma — swap SQLite for PostgreSQL by changing one line</a:t>
            </a:r>
            <a:endParaRPr lang="en-US" sz="1500" dirty="0"/>
          </a:p>
        </p:txBody>
      </p:sp>
      <p:pic>
        <p:nvPicPr>
          <p:cNvPr id="4" name="Image 0" descr="/Users/whatisanolive/Desktop/pccoe/AWT/recall-flashcard-app-source/docs/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286190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44805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1─* Card 1─* Review · Deck 1─* StudySession · all cascade on delete · indexes on deckId, dueAt, reviewedAt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· React Router 6 · Vite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custom properties (light/dark tokens)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· Express 5 · CORS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zod (server) + custom validators (client)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ORM 6 · SQLite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 · RTL · Supertest · Playwright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· Vercel/Netlify · Render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Hooks · Routing · Forms &amp;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61872"/>
            <a:ext cx="64008" cy="457200"/>
          </a:xfrm>
          <a:prstGeom prst="rect">
            <a:avLst/>
          </a:prstGeom>
          <a:solidFill>
            <a:srgbClr val="3F6B52"/>
          </a:solidFill>
          <a:ln w="12700">
            <a:solidFill>
              <a:srgbClr val="3F6B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801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 — study session state machine (start / flip / grade)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 — Toasts &amp; promise-based Confirm dialog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 / useCallback — filtered lists, stable handlers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Custom: useApi, useForm, useDebounce, useKeyboard, useLocalStorage, useTheme, useDocumentTitle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0248" y="11887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70248" y="1261872"/>
            <a:ext cx="64008" cy="457200"/>
          </a:xfrm>
          <a:prstGeom prst="rect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2801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(React Router 6)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53128" y="1719072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·  /decks/new  ·  /decks/:deckId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/decks/:deckId/edit  ·  /decks/:deckId/study?mode=due&amp;shuffle=1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/stats  ·  * → 404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AppLayout + &lt;Outlet/&gt;, NavLink active states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useNavigate after create/delete; filters synced to the URL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React.lazy + Suspense per route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74152" y="11887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74152" y="1261872"/>
            <a:ext cx="64008" cy="457200"/>
          </a:xfrm>
          <a:prstGeom prst="rect">
            <a:avLst/>
          </a:prstGeom>
          <a:solidFill>
            <a:srgbClr val="B5561F"/>
          </a:solidFill>
          <a:ln w="12700">
            <a:solidFill>
              <a:srgbClr val="B556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2801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Validation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7032" y="1719072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useForm: values, touched, errors, submitting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after blur/submit; live character counters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on server via zod → 400 with field map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rules → 409 (duplicate title / question) shown under the field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Ctrl/⌘+Enter to save; fields locked while saving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Integration · CRUD · Search &amp; Filter · Error Handling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/api/decks?q=&amp;subject=&amp;sort=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filter, sort decks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· PATCH · 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/api/decks[/:id]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CRUD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/api/decks/:id/cards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· 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/api/cards/:id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/ delete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/api/decks/:id/study?mode=due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/api/cards/:id/review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→ SM-2 reschedule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· 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/api/decks/:id/export · /import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/api/stats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Streak, activity, mastery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endpoints in total · consistent JSON errors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406640" y="1188720"/>
            <a:ext cx="432511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06640" y="1261872"/>
            <a:ext cx="64008" cy="457200"/>
          </a:xfrm>
          <a:prstGeom prst="rect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07808" y="1280160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1719072"/>
            <a:ext cx="400507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(300 ms) server search — matches card text too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chips + 4 sort orders, state kept in the URL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search + status chips (Due/New/Learning/Mastered)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3749040"/>
            <a:ext cx="432511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06640" y="3822192"/>
            <a:ext cx="64008" cy="457200"/>
          </a:xfrm>
          <a:prstGeom prst="rect">
            <a:avLst/>
          </a:prstGeom>
          <a:solidFill>
            <a:srgbClr val="9C4A5C"/>
          </a:solidFill>
          <a:ln w="12700">
            <a:solidFill>
              <a:srgbClr val="9C4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07808" y="3840480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89520" y="4279392"/>
            <a:ext cx="4005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zod→400, not found→404, duplicate→409, bad JSON→400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ErrorBoundary, retry states, toasts, 404 page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"Server unreachable" banner via /api/health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&amp; cancelled stale requests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502920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dialogs replace window.confirm · optimistic list updates after every mutation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Spaced Repetition (SM-2) &amp; Study Mode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846320" cy="502920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61872"/>
            <a:ext cx="64008" cy="457200"/>
          </a:xfrm>
          <a:prstGeom prst="rect">
            <a:avLst/>
          </a:prstGeom>
          <a:solidFill>
            <a:srgbClr val="3F6B52"/>
          </a:solidFill>
          <a:ln w="12700">
            <a:solidFill>
              <a:srgbClr val="3F6B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801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scheduling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4526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after flipping: Again · Hard · Good · Easy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→ streak resets, card returns in 10 minutes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→ 1 day → 6 days → interval × ease factor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factor starts at 2.5, adapts per card, floor 1.3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×0.8 · Easy ×1.3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= interval ≥ 7 days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interval previewed on every button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Space flip · 1–4 grade · Esc exit</a:t>
            </a:r>
            <a:endParaRPr lang="en-US" sz="1400" dirty="0"/>
          </a:p>
        </p:txBody>
      </p:sp>
      <p:pic>
        <p:nvPicPr>
          <p:cNvPr id="7" name="Image 0" descr="06-study-back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188720"/>
            <a:ext cx="2971800" cy="256151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1" descr="07-summary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188720"/>
            <a:ext cx="2971800" cy="200707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Optimisation &amp; 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6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— all passing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10128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0128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10128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steps in a real browser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63056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3056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55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63056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route chunks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15984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15984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C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15984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errors in E2E run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55321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24912"/>
            <a:ext cx="64008" cy="457200"/>
          </a:xfrm>
          <a:prstGeom prst="rect">
            <a:avLst/>
          </a:prstGeom>
          <a:solidFill>
            <a:srgbClr val="B5561F"/>
          </a:solidFill>
          <a:ln w="12700">
            <a:solidFill>
              <a:srgbClr val="B556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743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182112"/>
            <a:ext cx="52120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React.lazy + Suspense: pages load on demand (0.5–7.8 kB each)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chunk (React + Router) cached separately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React.memo on DeckCard / CardRow; useMemo filtering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search; AbortController drops stale requests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select + indexes — only needed columns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2651760"/>
            <a:ext cx="55321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2724912"/>
            <a:ext cx="64008" cy="457200"/>
          </a:xfrm>
          <a:prstGeom prst="rect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743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2512" y="3182112"/>
            <a:ext cx="52120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SM-2 unit tests + Supertest for every endpoint (isolated test.db)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validators, API client, hooks (fake timers), components, pages with mocked API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(Playwright + Chrome): full user journey incl. mobile, dark mode, import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caught &amp; fixed 2 real race-condition bugs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CI: tests + build on every push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· Deployment · Conclusion</a:t>
            </a:r>
            <a:endParaRPr lang="en-US" sz="3000" dirty="0"/>
          </a:p>
        </p:txBody>
      </p:sp>
      <p:pic>
        <p:nvPicPr>
          <p:cNvPr id="3" name="Image 0" descr="/Users/whatisanolive/Desktop/pccoe/AWT/recall-flashcard-app-source/docs/screenshots/08-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206240" cy="381519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Image 1" descr="/Users/whatisanolive/Desktop/pccoe/AWT/recall-flashcard-app-source/docs/screenshots/13-mobile-stu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1828800" cy="3901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6995160" y="1188720"/>
            <a:ext cx="47365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995160" y="1261872"/>
            <a:ext cx="64008" cy="457200"/>
          </a:xfrm>
          <a:prstGeom prst="rect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96328" y="1280160"/>
            <a:ext cx="4416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78040" y="1719072"/>
            <a:ext cx="441655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Vercel / Netlify (SPA rewrites included)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Render blueprint, health check, CORS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setup: npm run setup → dev:all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995160" y="3657600"/>
            <a:ext cx="473659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95160" y="3730752"/>
            <a:ext cx="64008" cy="457200"/>
          </a:xfrm>
          <a:prstGeom prst="rect">
            <a:avLst/>
          </a:prstGeom>
          <a:solidFill>
            <a:srgbClr val="3F6B52"/>
          </a:solidFill>
          <a:ln w="12700">
            <a:solidFill>
              <a:srgbClr val="3F6B5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96328" y="3749040"/>
            <a:ext cx="4416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78040" y="4187952"/>
            <a:ext cx="441655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FA-2 scope items delivered, plus SM-2, analytics, dark mode, accessibility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user accounts (JWT), images/audio on cards, PWA offline mode, AI card generation, PostgreSQL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 — FA-2</dc:title>
  <dc:subject>PptxGenJS Presentation</dc:subject>
  <dc:creator>Ishita Khandelwal</dc:creator>
  <cp:lastModifiedBy>Ishita Khandelwal</cp:lastModifiedBy>
  <cp:revision>1</cp:revision>
  <dcterms:created xsi:type="dcterms:W3CDTF">2026-09-19T16:06:02Z</dcterms:created>
  <dcterms:modified xsi:type="dcterms:W3CDTF">2026-09-19T16:06:02Z</dcterms:modified>
</cp:coreProperties>
</file>